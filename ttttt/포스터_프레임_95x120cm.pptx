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4200000" cy="432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4200000" cy="5580000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580000"/>
            <a:ext cx="34200000" cy="180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503999"/>
            <a:ext cx="23760000" cy="1944000"/>
          </a:xfrm>
          <a:prstGeom prst="rect">
            <a:avLst/>
          </a:prstGeom>
          <a:noFill/>
        </p:spPr>
        <p:txBody>
          <a:bodyPr wrap="square" lIns="216000" rIns="216000" tIns="216000" bIns="216000" anchor="ctr"/>
          <a:lstStyle/>
          <a:p>
            <a:pPr algn="l"/>
            <a:r>
              <a:rPr sz="8800" b="1">
                <a:solidFill>
                  <a:srgbClr val="FFFFFF"/>
                </a:solidFill>
                <a:latin typeface="맑은 고딕"/>
                <a:ea typeface="맑은 고딕"/>
              </a:rPr>
              <a:t>국문 제목을 입력하세요 (1~2줄)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2484000"/>
            <a:ext cx="23760000" cy="827999"/>
          </a:xfrm>
          <a:prstGeom prst="rect">
            <a:avLst/>
          </a:prstGeom>
          <a:noFill/>
        </p:spPr>
        <p:txBody>
          <a:bodyPr wrap="square" lIns="216000" rIns="216000" tIns="216000" bIns="216000" anchor="ctr"/>
          <a:lstStyle/>
          <a:p>
            <a:pPr algn="l"/>
            <a:r>
              <a:rPr sz="4400" b="0">
                <a:solidFill>
                  <a:srgbClr val="DCE6F2"/>
                </a:solidFill>
                <a:latin typeface="맑은 고딕"/>
                <a:ea typeface="맑은 고딕"/>
              </a:rPr>
              <a:t>English title of the poster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3420000"/>
            <a:ext cx="23760000" cy="756000"/>
          </a:xfrm>
          <a:prstGeom prst="rect">
            <a:avLst/>
          </a:prstGeom>
          <a:noFill/>
        </p:spPr>
        <p:txBody>
          <a:bodyPr wrap="square" lIns="216000" rIns="216000" tIns="216000" bIns="216000" anchor="ctr"/>
          <a:lstStyle/>
          <a:p>
            <a:pPr algn="l"/>
            <a:r>
              <a:rPr sz="4000" b="1">
                <a:solidFill>
                  <a:srgbClr val="FFFFFF"/>
                </a:solidFill>
                <a:latin typeface="맑은 고딕"/>
                <a:ea typeface="맑은 고딕"/>
              </a:rPr>
              <a:t>저자1, 저자2, 저자3, 교신저자*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4212000"/>
            <a:ext cx="23760000" cy="756000"/>
          </a:xfrm>
          <a:prstGeom prst="rect">
            <a:avLst/>
          </a:prstGeom>
          <a:noFill/>
        </p:spPr>
        <p:txBody>
          <a:bodyPr wrap="square" lIns="216000" rIns="216000" tIns="216000" bIns="216000" anchor="ctr"/>
          <a:lstStyle/>
          <a:p>
            <a:pPr algn="l"/>
            <a:r>
              <a:rPr sz="3200" b="0">
                <a:solidFill>
                  <a:srgbClr val="DCE6F2"/>
                </a:solidFill>
                <a:latin typeface="맑은 고딕"/>
                <a:ea typeface="맑은 고딕"/>
              </a:rPr>
              <a:t>소속, 주소, 우편번호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272000" y="1007999"/>
            <a:ext cx="3888000" cy="352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1600">
            <a:solidFill>
              <a:srgbClr val="B8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0" rIns="216000" tIns="216000" bIns="216000"/>
          <a:lstStyle/>
          <a:p>
            <a:pPr algn="ctr"/>
            <a:r>
              <a:rPr sz="3000" b="0">
                <a:solidFill>
                  <a:srgbClr val="7A8594"/>
                </a:solidFill>
                <a:latin typeface="맑은 고딕"/>
                <a:ea typeface="맑은 고딕"/>
              </a:rPr>
              <a:t>학회 로고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36000" y="1007999"/>
            <a:ext cx="3888000" cy="352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1600">
            <a:solidFill>
              <a:srgbClr val="B8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0" rIns="216000" tIns="216000" bIns="216000"/>
          <a:lstStyle/>
          <a:p>
            <a:pPr algn="ctr"/>
            <a:r>
              <a:rPr sz="3000" b="0">
                <a:solidFill>
                  <a:srgbClr val="7A8594"/>
                </a:solidFill>
                <a:latin typeface="맑은 고딕"/>
                <a:ea typeface="맑은 고딕"/>
              </a:rPr>
              <a:t>기관 로고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000" y="6300000"/>
            <a:ext cx="16110000" cy="1080000"/>
          </a:xfrm>
          <a:prstGeom prst="roundRect">
            <a:avLst>
              <a:gd name="adj" fmla="val 35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5400" b="1">
                <a:solidFill>
                  <a:srgbClr val="FFFFFF"/>
                </a:solidFill>
                <a:latin typeface="맑은 고딕"/>
                <a:ea typeface="맑은 고딕"/>
              </a:rPr>
              <a:t>초 록 (Abstract)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0000" y="7488000"/>
            <a:ext cx="16110000" cy="4140000"/>
          </a:xfrm>
          <a:prstGeom prst="roundRect">
            <a:avLst>
              <a:gd name="adj" fmla="val 2000"/>
            </a:avLst>
          </a:prstGeom>
          <a:solidFill>
            <a:srgbClr val="F5F8FC"/>
          </a:solidFill>
          <a:ln w="28800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0000" y="7776000"/>
            <a:ext cx="15390000" cy="3600000"/>
          </a:xfrm>
          <a:prstGeom prst="rect">
            <a:avLst/>
          </a:prstGeom>
          <a:noFill/>
        </p:spPr>
        <p:txBody>
          <a:bodyPr wrap="square" lIns="216000" rIns="216000" tIns="216000" bIns="216000" anchor="t"/>
          <a:lstStyle/>
          <a:p>
            <a:pPr algn="l"/>
            <a:r>
              <a:rPr sz="3000" b="0">
                <a:solidFill>
                  <a:srgbClr val="7A8594"/>
                </a:solidFill>
                <a:latin typeface="맑은 고딕"/>
                <a:ea typeface="맑은 고딕"/>
              </a:rPr>
              <a:t>초록 내용을 입력하세요 (8~10줄 · 연구 배경 → 방법 → 결과 → 의의)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0000" y="12167999"/>
            <a:ext cx="16110000" cy="1080000"/>
          </a:xfrm>
          <a:prstGeom prst="roundRect">
            <a:avLst>
              <a:gd name="adj" fmla="val 35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5400" b="1">
                <a:solidFill>
                  <a:srgbClr val="FFFFFF"/>
                </a:solidFill>
                <a:latin typeface="맑은 고딕"/>
                <a:ea typeface="맑은 고딕"/>
              </a:rPr>
              <a:t>연구 방법 (Methodology)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0000" y="13355999"/>
            <a:ext cx="16110000" cy="13680000"/>
          </a:xfrm>
          <a:prstGeom prst="roundRect">
            <a:avLst>
              <a:gd name="adj" fmla="val 2000"/>
            </a:avLst>
          </a:prstGeom>
          <a:solidFill>
            <a:srgbClr val="F5F8FC"/>
          </a:solidFill>
          <a:ln w="28800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80000" y="13715999"/>
            <a:ext cx="4890000" cy="4320000"/>
          </a:xfrm>
          <a:prstGeom prst="roundRect">
            <a:avLst>
              <a:gd name="adj" fmla="val 6000"/>
            </a:avLst>
          </a:prstGeom>
          <a:solidFill>
            <a:srgbClr val="FD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0000" y="13823999"/>
            <a:ext cx="4890000" cy="936000"/>
          </a:xfrm>
          <a:prstGeom prst="rect">
            <a:avLst/>
          </a:prstGeom>
          <a:noFill/>
        </p:spPr>
        <p:txBody>
          <a:bodyPr wrap="square" lIns="216000" rIns="216000" tIns="216000" bIns="216000" anchor="ctr"/>
          <a:lstStyle/>
          <a:p>
            <a:pPr algn="l"/>
            <a:r>
              <a:rPr sz="3400" b="1">
                <a:solidFill>
                  <a:srgbClr val="0B0B0B"/>
                </a:solidFill>
                <a:latin typeface="맑은 고딕"/>
                <a:ea typeface="맑은 고딕"/>
              </a:rPr>
              <a:t>1. 방법 제목  기호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0000" y="14867999"/>
            <a:ext cx="4890000" cy="3024000"/>
          </a:xfrm>
          <a:prstGeom prst="rect">
            <a:avLst/>
          </a:prstGeom>
          <a:noFill/>
        </p:spPr>
        <p:txBody>
          <a:bodyPr wrap="square" lIns="216000" rIns="216000" tIns="216000" bIns="216000" anchor="t"/>
          <a:lstStyle/>
          <a:p>
            <a:pPr algn="l"/>
            <a:r>
              <a:rPr sz="2600" b="0">
                <a:solidFill>
                  <a:srgbClr val="7A8594"/>
                </a:solidFill>
                <a:latin typeface="맑은 고딕"/>
                <a:ea typeface="맑은 고딕"/>
              </a:rPr>
              <a:t>- 핵심 내용 1</a:t>
            </a:r>
          </a:p>
          <a:p>
            <a:pPr algn="l"/>
            <a:r>
              <a:rPr sz="2600" b="0">
                <a:solidFill>
                  <a:srgbClr val="7A8594"/>
                </a:solidFill>
                <a:latin typeface="맑은 고딕"/>
                <a:ea typeface="맑은 고딕"/>
              </a:rPr>
              <a:t>- 핵심 내용 2</a:t>
            </a:r>
          </a:p>
          <a:p>
            <a:pPr algn="l"/>
            <a:r>
              <a:rPr sz="2600" b="0">
                <a:solidFill>
                  <a:srgbClr val="7A8594"/>
                </a:solidFill>
                <a:latin typeface="맑은 고딕"/>
                <a:ea typeface="맑은 고딕"/>
              </a:rPr>
              <a:t>- 핵심 내용 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30000" y="13715999"/>
            <a:ext cx="4890000" cy="4320000"/>
          </a:xfrm>
          <a:prstGeom prst="roundRect">
            <a:avLst>
              <a:gd name="adj" fmla="val 6000"/>
            </a:avLst>
          </a:prstGeom>
          <a:solidFill>
            <a:srgbClr val="FFF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30000" y="13823999"/>
            <a:ext cx="4890000" cy="936000"/>
          </a:xfrm>
          <a:prstGeom prst="rect">
            <a:avLst/>
          </a:prstGeom>
          <a:noFill/>
        </p:spPr>
        <p:txBody>
          <a:bodyPr wrap="square" lIns="216000" rIns="216000" tIns="216000" bIns="216000" anchor="ctr"/>
          <a:lstStyle/>
          <a:p>
            <a:pPr algn="l"/>
            <a:r>
              <a:rPr sz="3400" b="1">
                <a:solidFill>
                  <a:srgbClr val="0B0B0B"/>
                </a:solidFill>
                <a:latin typeface="맑은 고딕"/>
                <a:ea typeface="맑은 고딕"/>
              </a:rPr>
              <a:t>2. 방법 제목  기호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0000" y="14867999"/>
            <a:ext cx="4890000" cy="3024000"/>
          </a:xfrm>
          <a:prstGeom prst="rect">
            <a:avLst/>
          </a:prstGeom>
          <a:noFill/>
        </p:spPr>
        <p:txBody>
          <a:bodyPr wrap="square" lIns="216000" rIns="216000" tIns="216000" bIns="216000" anchor="t"/>
          <a:lstStyle/>
          <a:p>
            <a:pPr algn="l"/>
            <a:r>
              <a:rPr sz="2600" b="0">
                <a:solidFill>
                  <a:srgbClr val="7A8594"/>
                </a:solidFill>
                <a:latin typeface="맑은 고딕"/>
                <a:ea typeface="맑은 고딕"/>
              </a:rPr>
              <a:t>- 핵심 내용 1</a:t>
            </a:r>
          </a:p>
          <a:p>
            <a:pPr algn="l"/>
            <a:r>
              <a:rPr sz="2600" b="0">
                <a:solidFill>
                  <a:srgbClr val="7A8594"/>
                </a:solidFill>
                <a:latin typeface="맑은 고딕"/>
                <a:ea typeface="맑은 고딕"/>
              </a:rPr>
              <a:t>- 핵심 내용 2</a:t>
            </a:r>
          </a:p>
          <a:p>
            <a:pPr algn="l"/>
            <a:r>
              <a:rPr sz="2600" b="0">
                <a:solidFill>
                  <a:srgbClr val="7A8594"/>
                </a:solidFill>
                <a:latin typeface="맑은 고딕"/>
                <a:ea typeface="맑은 고딕"/>
              </a:rPr>
              <a:t>- 핵심 내용 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580000" y="13715999"/>
            <a:ext cx="4890000" cy="4320000"/>
          </a:xfrm>
          <a:prstGeom prst="roundRect">
            <a:avLst>
              <a:gd name="adj" fmla="val 6000"/>
            </a:avLst>
          </a:prstGeom>
          <a:solidFill>
            <a:srgbClr val="E3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580000" y="13823999"/>
            <a:ext cx="4890000" cy="936000"/>
          </a:xfrm>
          <a:prstGeom prst="rect">
            <a:avLst/>
          </a:prstGeom>
          <a:noFill/>
        </p:spPr>
        <p:txBody>
          <a:bodyPr wrap="square" lIns="216000" rIns="216000" tIns="216000" bIns="216000" anchor="ctr"/>
          <a:lstStyle/>
          <a:p>
            <a:pPr algn="l"/>
            <a:r>
              <a:rPr sz="3400" b="1">
                <a:solidFill>
                  <a:srgbClr val="0B0B0B"/>
                </a:solidFill>
                <a:latin typeface="맑은 고딕"/>
                <a:ea typeface="맑은 고딕"/>
              </a:rPr>
              <a:t>3. 방법 제목  기호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80000" y="14867999"/>
            <a:ext cx="4890000" cy="3024000"/>
          </a:xfrm>
          <a:prstGeom prst="rect">
            <a:avLst/>
          </a:prstGeom>
          <a:noFill/>
        </p:spPr>
        <p:txBody>
          <a:bodyPr wrap="square" lIns="216000" rIns="216000" tIns="216000" bIns="216000" anchor="t"/>
          <a:lstStyle/>
          <a:p>
            <a:pPr algn="l"/>
            <a:r>
              <a:rPr sz="2600" b="0">
                <a:solidFill>
                  <a:srgbClr val="7A8594"/>
                </a:solidFill>
                <a:latin typeface="맑은 고딕"/>
                <a:ea typeface="맑은 고딕"/>
              </a:rPr>
              <a:t>- 핵심 내용 1</a:t>
            </a:r>
          </a:p>
          <a:p>
            <a:pPr algn="l"/>
            <a:r>
              <a:rPr sz="2600" b="0">
                <a:solidFill>
                  <a:srgbClr val="7A8594"/>
                </a:solidFill>
                <a:latin typeface="맑은 고딕"/>
                <a:ea typeface="맑은 고딕"/>
              </a:rPr>
              <a:t>- 핵심 내용 2</a:t>
            </a:r>
          </a:p>
          <a:p>
            <a:pPr algn="l"/>
            <a:r>
              <a:rPr sz="2600" b="0">
                <a:solidFill>
                  <a:srgbClr val="7A8594"/>
                </a:solidFill>
                <a:latin typeface="맑은 고딕"/>
                <a:ea typeface="맑은 고딕"/>
              </a:rPr>
              <a:t>- 핵심 내용 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80000" y="18395999"/>
            <a:ext cx="15390000" cy="3060000"/>
          </a:xfrm>
          <a:prstGeom prst="rect">
            <a:avLst/>
          </a:prstGeom>
          <a:solidFill>
            <a:srgbClr val="EEF1F5"/>
          </a:solidFill>
          <a:ln w="21600">
            <a:solidFill>
              <a:srgbClr val="9AA5B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0" rIns="216000" tIns="216000" bIns="216000"/>
          <a:lstStyle/>
          <a:p>
            <a:pPr algn="ctr"/>
            <a:r>
              <a:rPr sz="2600" b="0">
                <a:solidFill>
                  <a:srgbClr val="7A8594"/>
                </a:solidFill>
                <a:latin typeface="맑은 고딕"/>
                <a:ea typeface="맑은 고딕"/>
              </a:rPr>
              <a:t>흐름도 영역 (도형 · 화살표)</a:t>
            </a:r>
          </a:p>
          <a:p>
            <a:pPr algn="ctr"/>
            <a:r>
              <a:rPr sz="2600" b="0">
                <a:solidFill>
                  <a:srgbClr val="7A8594"/>
                </a:solidFill>
                <a:latin typeface="맑은 고딕"/>
                <a:ea typeface="맑은 고딕"/>
              </a:rPr>
              <a:t>(삽입 → 그림)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0000" y="21815999"/>
            <a:ext cx="15390000" cy="864000"/>
          </a:xfrm>
          <a:prstGeom prst="roundRect">
            <a:avLst>
              <a:gd name="adj" fmla="val 30000"/>
            </a:avLst>
          </a:prstGeom>
          <a:solidFill>
            <a:srgbClr val="5B4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/>
            <a:r>
              <a:rPr sz="3600" b="1">
                <a:solidFill>
                  <a:srgbClr val="FFFFFF"/>
                </a:solidFill>
                <a:latin typeface="맑은 고딕"/>
                <a:ea typeface="맑은 고딕"/>
              </a:rPr>
              <a:t>핵심 수식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80000" y="22752000"/>
            <a:ext cx="15390000" cy="252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800">
            <a:solidFill>
              <a:srgbClr val="5B4B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0" rIns="216000" tIns="216000" bIns="216000"/>
          <a:lstStyle/>
          <a:p>
            <a:pPr algn="ctr"/>
            <a:r>
              <a:rPr sz="3400" b="0">
                <a:solidFill>
                  <a:srgbClr val="7A8594"/>
                </a:solidFill>
                <a:latin typeface="맑은 고딕"/>
                <a:ea typeface="맑은 고딕"/>
              </a:rPr>
              <a:t>수식을 입력하세요 (삽입 → 수식)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80000" y="25415999"/>
            <a:ext cx="15390000" cy="1296000"/>
          </a:xfrm>
          <a:prstGeom prst="roundRect">
            <a:avLst>
              <a:gd name="adj" fmla="val 10000"/>
            </a:avLst>
          </a:prstGeom>
          <a:solidFill>
            <a:srgbClr val="EEE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0" rIns="216000" tIns="216000" bIns="216000"/>
          <a:lstStyle/>
          <a:p>
            <a:pPr algn="l"/>
            <a:r>
              <a:rPr sz="2600" b="0">
                <a:solidFill>
                  <a:srgbClr val="7A8594"/>
                </a:solidFill>
                <a:latin typeface="맑은 고딕"/>
                <a:ea typeface="맑은 고딕"/>
              </a:rPr>
              <a:t>기호 정의:  A = …,  B = …,  C = 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0000" y="27575999"/>
            <a:ext cx="16110000" cy="1080000"/>
          </a:xfrm>
          <a:prstGeom prst="roundRect">
            <a:avLst>
              <a:gd name="adj" fmla="val 35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5400" b="1">
                <a:solidFill>
                  <a:srgbClr val="FFFFFF"/>
                </a:solidFill>
                <a:latin typeface="맑은 고딕"/>
                <a:ea typeface="맑은 고딕"/>
              </a:rPr>
              <a:t>연구 내용 (Experimental details)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0000" y="28763999"/>
            <a:ext cx="16110000" cy="13716000"/>
          </a:xfrm>
          <a:prstGeom prst="roundRect">
            <a:avLst>
              <a:gd name="adj" fmla="val 2000"/>
            </a:avLst>
          </a:prstGeom>
          <a:solidFill>
            <a:srgbClr val="F5F8FC"/>
          </a:solidFill>
          <a:ln w="28800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80000" y="29123999"/>
            <a:ext cx="7703999" cy="4140000"/>
          </a:xfrm>
          <a:prstGeom prst="rect">
            <a:avLst/>
          </a:prstGeom>
          <a:noFill/>
        </p:spPr>
        <p:txBody>
          <a:bodyPr wrap="square" lIns="216000" rIns="216000" tIns="216000" bIns="216000" anchor="t"/>
          <a:lstStyle/>
          <a:p>
            <a:pPr algn="l"/>
            <a:r>
              <a:rPr sz="2800" b="0">
                <a:solidFill>
                  <a:srgbClr val="7A8594"/>
                </a:solidFill>
                <a:latin typeface="맑은 고딕"/>
                <a:ea typeface="맑은 고딕"/>
              </a:rPr>
              <a:t>- 굵은 머리말: 설명 한 문장</a:t>
            </a:r>
          </a:p>
          <a:p>
            <a:pPr algn="l"/>
            <a:r>
              <a:rPr sz="2800" b="0">
                <a:solidFill>
                  <a:srgbClr val="7A8594"/>
                </a:solidFill>
                <a:latin typeface="맑은 고딕"/>
                <a:ea typeface="맑은 고딕"/>
              </a:rPr>
              <a:t>- 굵은 머리말: 설명 한 문장</a:t>
            </a:r>
          </a:p>
          <a:p>
            <a:pPr algn="l"/>
            <a:r>
              <a:rPr sz="2800" b="0">
                <a:solidFill>
                  <a:srgbClr val="7A8594"/>
                </a:solidFill>
                <a:latin typeface="맑은 고딕"/>
                <a:ea typeface="맑은 고딕"/>
              </a:rPr>
              <a:t>- 굵은 머리말: 설명 한 문장</a:t>
            </a:r>
          </a:p>
          <a:p>
            <a:pPr algn="l"/>
            <a:r>
              <a:rPr sz="2800" b="0">
                <a:solidFill>
                  <a:srgbClr val="7A8594"/>
                </a:solidFill>
                <a:latin typeface="맑은 고딕"/>
                <a:ea typeface="맑은 고딕"/>
              </a:rPr>
              <a:t>- 굵은 머리말: 설명 한 문장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0" y="29123999"/>
            <a:ext cx="7326000" cy="3456000"/>
          </a:xfrm>
          <a:prstGeom prst="rect">
            <a:avLst/>
          </a:prstGeom>
          <a:solidFill>
            <a:srgbClr val="EEF1F5"/>
          </a:solidFill>
          <a:ln w="21600">
            <a:solidFill>
              <a:srgbClr val="9AA5B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0" rIns="216000" tIns="216000" bIns="216000"/>
          <a:lstStyle/>
          <a:p>
            <a:pPr algn="ctr"/>
            <a:r>
              <a:rPr sz="2600" b="0">
                <a:solidFill>
                  <a:srgbClr val="7A8594"/>
                </a:solidFill>
                <a:latin typeface="맑은 고딕"/>
                <a:ea typeface="맑은 고딕"/>
              </a:rPr>
              <a:t>그림 영역</a:t>
            </a:r>
          </a:p>
          <a:p>
            <a:pPr algn="ctr"/>
            <a:r>
              <a:rPr sz="2600" b="0">
                <a:solidFill>
                  <a:srgbClr val="7A8594"/>
                </a:solidFill>
                <a:latin typeface="맑은 고딕"/>
                <a:ea typeface="맑은 고딕"/>
              </a:rPr>
              <a:t>(삽입 → 그림)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242900" y="32669999"/>
            <a:ext cx="5128200" cy="612000"/>
          </a:xfrm>
          <a:prstGeom prst="roundRect">
            <a:avLst>
              <a:gd name="adj" fmla="val 25000"/>
            </a:avLst>
          </a:prstGeom>
          <a:solidFill>
            <a:srgbClr val="FFF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2600" b="1">
                <a:solidFill>
                  <a:srgbClr val="0B0B0B"/>
                </a:solidFill>
                <a:latin typeface="맑은 고딕"/>
                <a:ea typeface="맑은 고딕"/>
              </a:rPr>
              <a:t>그림 캡션 (짧은 명사구)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80000" y="33876000"/>
            <a:ext cx="7478999" cy="3528000"/>
          </a:xfrm>
          <a:prstGeom prst="rect">
            <a:avLst/>
          </a:prstGeom>
          <a:solidFill>
            <a:srgbClr val="EEF1F5"/>
          </a:solidFill>
          <a:ln w="21600">
            <a:solidFill>
              <a:srgbClr val="9AA5B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0" rIns="216000" tIns="216000" bIns="216000"/>
          <a:lstStyle/>
          <a:p>
            <a:pPr algn="ctr"/>
            <a:r>
              <a:rPr sz="2600" b="0">
                <a:solidFill>
                  <a:srgbClr val="7A8594"/>
                </a:solidFill>
                <a:latin typeface="맑은 고딕"/>
                <a:ea typeface="맑은 고딕"/>
              </a:rPr>
              <a:t>그림 영역</a:t>
            </a:r>
          </a:p>
          <a:p>
            <a:pPr algn="ctr"/>
            <a:r>
              <a:rPr sz="2600" b="0">
                <a:solidFill>
                  <a:srgbClr val="7A8594"/>
                </a:solidFill>
                <a:latin typeface="맑은 고딕"/>
                <a:ea typeface="맑은 고딕"/>
              </a:rPr>
              <a:t>(삽입 → 그림)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201849" y="37494000"/>
            <a:ext cx="5235299" cy="612000"/>
          </a:xfrm>
          <a:prstGeom prst="roundRect">
            <a:avLst>
              <a:gd name="adj" fmla="val 25000"/>
            </a:avLst>
          </a:prstGeom>
          <a:solidFill>
            <a:srgbClr val="FFF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2600" b="1">
                <a:solidFill>
                  <a:srgbClr val="0B0B0B"/>
                </a:solidFill>
                <a:latin typeface="맑은 고딕"/>
                <a:ea typeface="맑은 고딕"/>
              </a:rPr>
              <a:t>그림 캡션 (짧은 명사구)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91000" y="33876000"/>
            <a:ext cx="7478999" cy="3528000"/>
          </a:xfrm>
          <a:prstGeom prst="rect">
            <a:avLst/>
          </a:prstGeom>
          <a:solidFill>
            <a:srgbClr val="EEF1F5"/>
          </a:solidFill>
          <a:ln w="21600">
            <a:solidFill>
              <a:srgbClr val="9AA5B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0" rIns="216000" tIns="216000" bIns="216000"/>
          <a:lstStyle/>
          <a:p>
            <a:pPr algn="ctr"/>
            <a:r>
              <a:rPr sz="2600" b="0">
                <a:solidFill>
                  <a:srgbClr val="7A8594"/>
                </a:solidFill>
                <a:latin typeface="맑은 고딕"/>
                <a:ea typeface="맑은 고딕"/>
              </a:rPr>
              <a:t>그림 영역</a:t>
            </a:r>
          </a:p>
          <a:p>
            <a:pPr algn="ctr"/>
            <a:r>
              <a:rPr sz="2600" b="0">
                <a:solidFill>
                  <a:srgbClr val="7A8594"/>
                </a:solidFill>
                <a:latin typeface="맑은 고딕"/>
                <a:ea typeface="맑은 고딕"/>
              </a:rPr>
              <a:t>(삽입 → 그림)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12850" y="37494000"/>
            <a:ext cx="5235299" cy="612000"/>
          </a:xfrm>
          <a:prstGeom prst="roundRect">
            <a:avLst>
              <a:gd name="adj" fmla="val 25000"/>
            </a:avLst>
          </a:prstGeom>
          <a:solidFill>
            <a:srgbClr val="FFF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2600" b="1">
                <a:solidFill>
                  <a:srgbClr val="0B0B0B"/>
                </a:solidFill>
                <a:latin typeface="맑은 고딕"/>
                <a:ea typeface="맑은 고딕"/>
              </a:rPr>
              <a:t>그림 캡션 (짧은 명사구)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80000" y="38700000"/>
            <a:ext cx="15390000" cy="3528000"/>
          </a:xfrm>
          <a:prstGeom prst="rect">
            <a:avLst/>
          </a:prstGeom>
          <a:solidFill>
            <a:srgbClr val="EEF1F5"/>
          </a:solidFill>
          <a:ln w="21600">
            <a:solidFill>
              <a:srgbClr val="9AA5B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0" rIns="216000" tIns="216000" bIns="216000"/>
          <a:lstStyle/>
          <a:p>
            <a:pPr algn="ctr"/>
            <a:r>
              <a:rPr sz="2800" b="0">
                <a:solidFill>
                  <a:srgbClr val="7A8594"/>
                </a:solidFill>
                <a:latin typeface="맑은 고딕"/>
                <a:ea typeface="맑은 고딕"/>
              </a:rPr>
              <a:t>표 영역 (삽입 → 표)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7370000" y="6300000"/>
            <a:ext cx="16110000" cy="1080000"/>
          </a:xfrm>
          <a:prstGeom prst="roundRect">
            <a:avLst>
              <a:gd name="adj" fmla="val 35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5400" b="1">
                <a:solidFill>
                  <a:srgbClr val="FFFFFF"/>
                </a:solidFill>
                <a:latin typeface="맑은 고딕"/>
                <a:ea typeface="맑은 고딕"/>
              </a:rPr>
              <a:t>설비 구조 · 열전달식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7370000" y="7488000"/>
            <a:ext cx="16110000" cy="9720000"/>
          </a:xfrm>
          <a:prstGeom prst="roundRect">
            <a:avLst>
              <a:gd name="adj" fmla="val 2000"/>
            </a:avLst>
          </a:prstGeom>
          <a:solidFill>
            <a:srgbClr val="F5F8FC"/>
          </a:solidFill>
          <a:ln w="28800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7730000" y="7848000"/>
            <a:ext cx="9360000" cy="4392000"/>
          </a:xfrm>
          <a:prstGeom prst="rect">
            <a:avLst/>
          </a:prstGeom>
          <a:solidFill>
            <a:srgbClr val="EEF1F5"/>
          </a:solidFill>
          <a:ln w="21600">
            <a:solidFill>
              <a:srgbClr val="9AA5B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0" rIns="216000" tIns="216000" bIns="216000"/>
          <a:lstStyle/>
          <a:p>
            <a:pPr algn="ctr"/>
            <a:r>
              <a:rPr sz="2600" b="0">
                <a:solidFill>
                  <a:srgbClr val="7A8594"/>
                </a:solidFill>
                <a:latin typeface="맑은 고딕"/>
                <a:ea typeface="맑은 고딕"/>
              </a:rPr>
              <a:t>설비 구조도 영역</a:t>
            </a:r>
          </a:p>
          <a:p>
            <a:pPr algn="ctr"/>
            <a:r>
              <a:rPr sz="2600" b="0">
                <a:solidFill>
                  <a:srgbClr val="7A8594"/>
                </a:solidFill>
                <a:latin typeface="맑은 고딕"/>
                <a:ea typeface="맑은 고딕"/>
              </a:rPr>
              <a:t>(삽입 → 그림)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50000" y="7848000"/>
            <a:ext cx="5670000" cy="4392000"/>
          </a:xfrm>
          <a:prstGeom prst="rect">
            <a:avLst/>
          </a:prstGeom>
          <a:solidFill>
            <a:srgbClr val="EEF1F5"/>
          </a:solidFill>
          <a:ln w="21600">
            <a:solidFill>
              <a:srgbClr val="9AA5B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0" rIns="216000" tIns="216000" bIns="216000"/>
          <a:lstStyle/>
          <a:p>
            <a:pPr algn="ctr"/>
            <a:r>
              <a:rPr sz="2600" b="0">
                <a:solidFill>
                  <a:srgbClr val="7A8594"/>
                </a:solidFill>
                <a:latin typeface="맑은 고딕"/>
                <a:ea typeface="맑은 고딕"/>
              </a:rPr>
              <a:t>판정 표 영역</a:t>
            </a:r>
          </a:p>
          <a:p>
            <a:pPr algn="ctr"/>
            <a:r>
              <a:rPr sz="2600" b="0">
                <a:solidFill>
                  <a:srgbClr val="7A8594"/>
                </a:solidFill>
                <a:latin typeface="맑은 고딕"/>
                <a:ea typeface="맑은 고딕"/>
              </a:rPr>
              <a:t>(식 · 성립 여부)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7730000" y="12672000"/>
            <a:ext cx="4554000" cy="24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88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7730000" y="12744000"/>
            <a:ext cx="4554000" cy="720000"/>
          </a:xfrm>
          <a:prstGeom prst="rect">
            <a:avLst/>
          </a:prstGeom>
          <a:noFill/>
        </p:spPr>
        <p:txBody>
          <a:bodyPr wrap="square" lIns="216000" rIns="216000" tIns="216000" bIns="216000" anchor="ctr"/>
          <a:lstStyle/>
          <a:p>
            <a:pPr algn="ctr"/>
            <a:r>
              <a:rPr sz="3000" b="1">
                <a:solidFill>
                  <a:srgbClr val="1C5CAB"/>
                </a:solidFill>
                <a:latin typeface="맑은 고딕"/>
                <a:ea typeface="맑은 고딕"/>
              </a:rPr>
              <a:t>식 ① 이름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730000" y="13500000"/>
            <a:ext cx="4554000" cy="1548000"/>
          </a:xfrm>
          <a:prstGeom prst="rect">
            <a:avLst/>
          </a:prstGeom>
          <a:noFill/>
        </p:spPr>
        <p:txBody>
          <a:bodyPr wrap="square" lIns="216000" rIns="216000" tIns="216000" bIns="216000" anchor="ctr"/>
          <a:lstStyle/>
          <a:p>
            <a:pPr algn="ctr"/>
            <a:r>
              <a:rPr sz="2600" b="0">
                <a:solidFill>
                  <a:srgbClr val="7A8594"/>
                </a:solidFill>
                <a:latin typeface="맑은 고딕"/>
                <a:ea typeface="맑은 고딕"/>
              </a:rPr>
              <a:t>수식 · 값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22428000" y="13464000"/>
            <a:ext cx="576000" cy="864000"/>
          </a:xfrm>
          <a:prstGeom prst="rightArrow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23148000" y="12672000"/>
            <a:ext cx="4554000" cy="24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88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3148000" y="12744000"/>
            <a:ext cx="4554000" cy="720000"/>
          </a:xfrm>
          <a:prstGeom prst="rect">
            <a:avLst/>
          </a:prstGeom>
          <a:noFill/>
        </p:spPr>
        <p:txBody>
          <a:bodyPr wrap="square" lIns="216000" rIns="216000" tIns="216000" bIns="216000" anchor="ctr"/>
          <a:lstStyle/>
          <a:p>
            <a:pPr algn="ctr"/>
            <a:r>
              <a:rPr sz="3000" b="1">
                <a:solidFill>
                  <a:srgbClr val="1C5CAB"/>
                </a:solidFill>
                <a:latin typeface="맑은 고딕"/>
                <a:ea typeface="맑은 고딕"/>
              </a:rPr>
              <a:t>식 ② 이름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148000" y="13500000"/>
            <a:ext cx="4554000" cy="1548000"/>
          </a:xfrm>
          <a:prstGeom prst="rect">
            <a:avLst/>
          </a:prstGeom>
          <a:noFill/>
        </p:spPr>
        <p:txBody>
          <a:bodyPr wrap="square" lIns="216000" rIns="216000" tIns="216000" bIns="216000" anchor="ctr"/>
          <a:lstStyle/>
          <a:p>
            <a:pPr algn="ctr"/>
            <a:r>
              <a:rPr sz="2600" b="0">
                <a:solidFill>
                  <a:srgbClr val="7A8594"/>
                </a:solidFill>
                <a:latin typeface="맑은 고딕"/>
                <a:ea typeface="맑은 고딕"/>
              </a:rPr>
              <a:t>수식 · 값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27846000" y="13464000"/>
            <a:ext cx="576000" cy="864000"/>
          </a:xfrm>
          <a:prstGeom prst="rightArrow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28565999" y="12672000"/>
            <a:ext cx="4554000" cy="24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88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8565999" y="12744000"/>
            <a:ext cx="4554000" cy="720000"/>
          </a:xfrm>
          <a:prstGeom prst="rect">
            <a:avLst/>
          </a:prstGeom>
          <a:noFill/>
        </p:spPr>
        <p:txBody>
          <a:bodyPr wrap="square" lIns="216000" rIns="216000" tIns="216000" bIns="216000" anchor="ctr"/>
          <a:lstStyle/>
          <a:p>
            <a:pPr algn="ctr"/>
            <a:r>
              <a:rPr sz="3000" b="1">
                <a:solidFill>
                  <a:srgbClr val="1C5CAB"/>
                </a:solidFill>
                <a:latin typeface="맑은 고딕"/>
                <a:ea typeface="맑은 고딕"/>
              </a:rPr>
              <a:t>식 ③ 이름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8565999" y="13500000"/>
            <a:ext cx="4554000" cy="1548000"/>
          </a:xfrm>
          <a:prstGeom prst="rect">
            <a:avLst/>
          </a:prstGeom>
          <a:noFill/>
        </p:spPr>
        <p:txBody>
          <a:bodyPr wrap="square" lIns="216000" rIns="216000" tIns="216000" bIns="216000" anchor="ctr"/>
          <a:lstStyle/>
          <a:p>
            <a:pPr algn="ctr"/>
            <a:r>
              <a:rPr sz="2600" b="0">
                <a:solidFill>
                  <a:srgbClr val="7A8594"/>
                </a:solidFill>
                <a:latin typeface="맑은 고딕"/>
                <a:ea typeface="맑은 고딕"/>
              </a:rPr>
              <a:t>수식 · 값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7730000" y="15516000"/>
            <a:ext cx="15390000" cy="1368000"/>
          </a:xfrm>
          <a:prstGeom prst="roundRect">
            <a:avLst>
              <a:gd name="adj" fmla="val 10000"/>
            </a:avLst>
          </a:prstGeom>
          <a:solidFill>
            <a:srgbClr val="E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0" rIns="216000" tIns="216000" bIns="216000"/>
          <a:lstStyle/>
          <a:p>
            <a:pPr algn="l"/>
            <a:r>
              <a:rPr sz="2800" b="1">
                <a:solidFill>
                  <a:srgbClr val="7A8594"/>
                </a:solidFill>
                <a:latin typeface="맑은 고딕"/>
                <a:ea typeface="맑은 고딕"/>
              </a:rPr>
              <a:t>요점: 한 문장으로 이 패널의 결론을 입력하세요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7370000" y="17388000"/>
            <a:ext cx="16110000" cy="1080000"/>
          </a:xfrm>
          <a:prstGeom prst="roundRect">
            <a:avLst>
              <a:gd name="adj" fmla="val 35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5400" b="1">
                <a:solidFill>
                  <a:srgbClr val="FFFFFF"/>
                </a:solidFill>
                <a:latin typeface="맑은 고딕"/>
                <a:ea typeface="맑은 고딕"/>
              </a:rPr>
              <a:t>연구 결과 (Research Results)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7370000" y="18575999"/>
            <a:ext cx="16110000" cy="13247999"/>
          </a:xfrm>
          <a:prstGeom prst="roundRect">
            <a:avLst>
              <a:gd name="adj" fmla="val 2000"/>
            </a:avLst>
          </a:prstGeom>
          <a:solidFill>
            <a:srgbClr val="F5F8FC"/>
          </a:solidFill>
          <a:ln w="28800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7730000" y="18935999"/>
            <a:ext cx="7523999" cy="3780000"/>
          </a:xfrm>
          <a:prstGeom prst="rect">
            <a:avLst/>
          </a:prstGeom>
          <a:noFill/>
        </p:spPr>
        <p:txBody>
          <a:bodyPr wrap="square" lIns="216000" rIns="216000" tIns="216000" bIns="216000" anchor="t"/>
          <a:lstStyle/>
          <a:p>
            <a:pPr algn="l"/>
            <a:r>
              <a:rPr sz="2800" b="0">
                <a:solidFill>
                  <a:srgbClr val="7A8594"/>
                </a:solidFill>
                <a:latin typeface="맑은 고딕"/>
                <a:ea typeface="맑은 고딕"/>
              </a:rPr>
              <a:t>- 요점 1: 숫자를 포함한 한 문장</a:t>
            </a:r>
          </a:p>
          <a:p>
            <a:pPr algn="l"/>
            <a:r>
              <a:rPr sz="2800" b="0">
                <a:solidFill>
                  <a:srgbClr val="7A8594"/>
                </a:solidFill>
                <a:latin typeface="맑은 고딕"/>
                <a:ea typeface="맑은 고딕"/>
              </a:rPr>
              <a:t>- 요점 2: 숫자를 포함한 한 문장</a:t>
            </a:r>
          </a:p>
          <a:p>
            <a:pPr algn="l"/>
            <a:r>
              <a:rPr sz="2800" b="0">
                <a:solidFill>
                  <a:srgbClr val="7A8594"/>
                </a:solidFill>
                <a:latin typeface="맑은 고딕"/>
                <a:ea typeface="맑은 고딕"/>
              </a:rPr>
              <a:t>- 요점 3: 숫자를 포함한 한 문장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5595999" y="18935999"/>
            <a:ext cx="7523999" cy="3096000"/>
          </a:xfrm>
          <a:prstGeom prst="rect">
            <a:avLst/>
          </a:prstGeom>
          <a:solidFill>
            <a:srgbClr val="EEF1F5"/>
          </a:solidFill>
          <a:ln w="21600">
            <a:solidFill>
              <a:srgbClr val="9AA5B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0" rIns="216000" tIns="216000" bIns="216000"/>
          <a:lstStyle/>
          <a:p>
            <a:pPr algn="ctr"/>
            <a:r>
              <a:rPr sz="2600" b="0">
                <a:solidFill>
                  <a:srgbClr val="7A8594"/>
                </a:solidFill>
                <a:latin typeface="맑은 고딕"/>
                <a:ea typeface="맑은 고딕"/>
              </a:rPr>
              <a:t>그림 영역</a:t>
            </a:r>
          </a:p>
          <a:p>
            <a:pPr algn="ctr"/>
            <a:r>
              <a:rPr sz="2600" b="0">
                <a:solidFill>
                  <a:srgbClr val="7A8594"/>
                </a:solidFill>
                <a:latin typeface="맑은 고딕"/>
                <a:ea typeface="맑은 고딕"/>
              </a:rPr>
              <a:t>(삽입 → 그림)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6724600" y="22122000"/>
            <a:ext cx="5266799" cy="612000"/>
          </a:xfrm>
          <a:prstGeom prst="roundRect">
            <a:avLst>
              <a:gd name="adj" fmla="val 25000"/>
            </a:avLst>
          </a:prstGeom>
          <a:solidFill>
            <a:srgbClr val="FFF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2600" b="1">
                <a:solidFill>
                  <a:srgbClr val="0B0B0B"/>
                </a:solidFill>
                <a:latin typeface="맑은 고딕"/>
                <a:ea typeface="맑은 고딕"/>
              </a:rPr>
              <a:t>그림 캡션 (짧은 명사구)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7730000" y="23111999"/>
            <a:ext cx="15390000" cy="3888000"/>
          </a:xfrm>
          <a:prstGeom prst="rect">
            <a:avLst/>
          </a:prstGeom>
          <a:solidFill>
            <a:srgbClr val="EEF1F5"/>
          </a:solidFill>
          <a:ln w="21600">
            <a:solidFill>
              <a:srgbClr val="9AA5B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0" rIns="216000" tIns="216000" bIns="216000"/>
          <a:lstStyle/>
          <a:p>
            <a:pPr algn="ctr"/>
            <a:r>
              <a:rPr sz="2600" b="0">
                <a:solidFill>
                  <a:srgbClr val="7A8594"/>
                </a:solidFill>
                <a:latin typeface="맑은 고딕"/>
                <a:ea typeface="맑은 고딕"/>
              </a:rPr>
              <a:t>시계열 그림 영역 (가로로 넓게)</a:t>
            </a:r>
          </a:p>
          <a:p>
            <a:pPr algn="ctr"/>
            <a:r>
              <a:rPr sz="2600" b="0">
                <a:solidFill>
                  <a:srgbClr val="7A8594"/>
                </a:solidFill>
                <a:latin typeface="맑은 고딕"/>
                <a:ea typeface="맑은 고딕"/>
              </a:rPr>
              <a:t>(삽입 → 그림)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0038500" y="27089999"/>
            <a:ext cx="10772999" cy="612000"/>
          </a:xfrm>
          <a:prstGeom prst="roundRect">
            <a:avLst>
              <a:gd name="adj" fmla="val 25000"/>
            </a:avLst>
          </a:prstGeom>
          <a:solidFill>
            <a:srgbClr val="FFF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2600" b="1">
                <a:solidFill>
                  <a:srgbClr val="0B0B0B"/>
                </a:solidFill>
                <a:latin typeface="맑은 고딕"/>
                <a:ea typeface="맑은 고딕"/>
              </a:rPr>
              <a:t>그림 캡션 (짧은 명사구)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7730000" y="28151999"/>
            <a:ext cx="7523999" cy="2880000"/>
          </a:xfrm>
          <a:prstGeom prst="rect">
            <a:avLst/>
          </a:prstGeom>
          <a:solidFill>
            <a:srgbClr val="EEF1F5"/>
          </a:solidFill>
          <a:ln w="21600">
            <a:solidFill>
              <a:srgbClr val="9AA5B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0" rIns="216000" tIns="216000" bIns="216000"/>
          <a:lstStyle/>
          <a:p>
            <a:pPr algn="ctr"/>
            <a:r>
              <a:rPr sz="2600" b="0">
                <a:solidFill>
                  <a:srgbClr val="7A8594"/>
                </a:solidFill>
                <a:latin typeface="맑은 고딕"/>
                <a:ea typeface="맑은 고딕"/>
              </a:rPr>
              <a:t>그림 영역</a:t>
            </a:r>
          </a:p>
          <a:p>
            <a:pPr algn="ctr"/>
            <a:r>
              <a:rPr sz="2600" b="0">
                <a:solidFill>
                  <a:srgbClr val="7A8594"/>
                </a:solidFill>
                <a:latin typeface="맑은 고딕"/>
                <a:ea typeface="맑은 고딕"/>
              </a:rPr>
              <a:t>(삽입 → 그림)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8858600" y="31121999"/>
            <a:ext cx="5266799" cy="612000"/>
          </a:xfrm>
          <a:prstGeom prst="roundRect">
            <a:avLst>
              <a:gd name="adj" fmla="val 25000"/>
            </a:avLst>
          </a:prstGeom>
          <a:solidFill>
            <a:srgbClr val="FFF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2600" b="1">
                <a:solidFill>
                  <a:srgbClr val="0B0B0B"/>
                </a:solidFill>
                <a:latin typeface="맑은 고딕"/>
                <a:ea typeface="맑은 고딕"/>
              </a:rPr>
              <a:t>그림 캡션 (짧은 명사구)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5595999" y="28151999"/>
            <a:ext cx="7523999" cy="3528000"/>
          </a:xfrm>
          <a:prstGeom prst="rect">
            <a:avLst/>
          </a:prstGeom>
          <a:solidFill>
            <a:srgbClr val="EEF1F5"/>
          </a:solidFill>
          <a:ln w="21600">
            <a:solidFill>
              <a:srgbClr val="9AA5B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0" rIns="216000" tIns="216000" bIns="216000"/>
          <a:lstStyle/>
          <a:p>
            <a:pPr algn="ctr"/>
            <a:r>
              <a:rPr sz="2800" b="0">
                <a:solidFill>
                  <a:srgbClr val="7A8594"/>
                </a:solidFill>
                <a:latin typeface="맑은 고딕"/>
                <a:ea typeface="맑은 고딕"/>
              </a:rPr>
              <a:t>표 영역 (삽입 → 표)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7370000" y="32364000"/>
            <a:ext cx="16110000" cy="1080000"/>
          </a:xfrm>
          <a:prstGeom prst="roundRect">
            <a:avLst>
              <a:gd name="adj" fmla="val 35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5400" b="1">
                <a:solidFill>
                  <a:srgbClr val="FFFFFF"/>
                </a:solidFill>
                <a:latin typeface="맑은 고딕"/>
                <a:ea typeface="맑은 고딕"/>
              </a:rPr>
              <a:t>결 론 (Conclusion)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7370000" y="33552000"/>
            <a:ext cx="16110000" cy="3888000"/>
          </a:xfrm>
          <a:prstGeom prst="roundRect">
            <a:avLst>
              <a:gd name="adj" fmla="val 2000"/>
            </a:avLst>
          </a:prstGeom>
          <a:solidFill>
            <a:srgbClr val="F5F8FC"/>
          </a:solidFill>
          <a:ln w="28800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7730000" y="33840000"/>
            <a:ext cx="15390000" cy="3384000"/>
          </a:xfrm>
          <a:prstGeom prst="rect">
            <a:avLst/>
          </a:prstGeom>
          <a:noFill/>
        </p:spPr>
        <p:txBody>
          <a:bodyPr wrap="square" lIns="216000" rIns="216000" tIns="216000" bIns="216000" anchor="t"/>
          <a:lstStyle/>
          <a:p>
            <a:pPr algn="l"/>
            <a:r>
              <a:rPr sz="3000" b="0">
                <a:solidFill>
                  <a:srgbClr val="7A8594"/>
                </a:solidFill>
                <a:latin typeface="맑은 고딕"/>
                <a:ea typeface="맑은 고딕"/>
              </a:rPr>
              <a:t>· 결론 1 (숫자 포함)</a:t>
            </a:r>
          </a:p>
          <a:p>
            <a:pPr algn="l"/>
            <a:r>
              <a:rPr sz="3000" b="0">
                <a:solidFill>
                  <a:srgbClr val="7A8594"/>
                </a:solidFill>
                <a:latin typeface="맑은 고딕"/>
                <a:ea typeface="맑은 고딕"/>
              </a:rPr>
              <a:t>· 결론 2</a:t>
            </a:r>
          </a:p>
          <a:p>
            <a:pPr algn="l"/>
            <a:r>
              <a:rPr sz="3000" b="0">
                <a:solidFill>
                  <a:srgbClr val="7A8594"/>
                </a:solidFill>
                <a:latin typeface="맑은 고딕"/>
                <a:ea typeface="맑은 고딕"/>
              </a:rPr>
              <a:t>· 결론 3</a:t>
            </a:r>
          </a:p>
          <a:p>
            <a:pPr algn="l"/>
            <a:r>
              <a:rPr sz="3000" b="0">
                <a:solidFill>
                  <a:srgbClr val="7A8594"/>
                </a:solidFill>
                <a:latin typeface="맑은 고딕"/>
                <a:ea typeface="맑은 고딕"/>
              </a:rPr>
              <a:t>· 결론 4</a:t>
            </a:r>
          </a:p>
          <a:p>
            <a:pPr algn="l"/>
            <a:r>
              <a:rPr sz="3000" b="0">
                <a:solidFill>
                  <a:srgbClr val="7A8594"/>
                </a:solidFill>
                <a:latin typeface="맑은 고딕"/>
                <a:ea typeface="맑은 고딕"/>
              </a:rPr>
              <a:t>· 결론 5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7370000" y="37692000"/>
            <a:ext cx="16110000" cy="864000"/>
          </a:xfrm>
          <a:prstGeom prst="roundRect">
            <a:avLst>
              <a:gd name="adj" fmla="val 35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4000" b="1">
                <a:solidFill>
                  <a:srgbClr val="FFFFFF"/>
                </a:solidFill>
                <a:latin typeface="맑은 고딕"/>
                <a:ea typeface="맑은 고딕"/>
              </a:rPr>
              <a:t>사 사 (Acknowledgement)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7370000" y="38664000"/>
            <a:ext cx="16110000" cy="1116000"/>
          </a:xfrm>
          <a:prstGeom prst="roundRect">
            <a:avLst>
              <a:gd name="adj" fmla="val 2000"/>
            </a:avLst>
          </a:prstGeom>
          <a:solidFill>
            <a:srgbClr val="F5F8FC"/>
          </a:solidFill>
          <a:ln w="28800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7730000" y="38736000"/>
            <a:ext cx="15390000" cy="1007999"/>
          </a:xfrm>
          <a:prstGeom prst="rect">
            <a:avLst/>
          </a:prstGeom>
          <a:noFill/>
        </p:spPr>
        <p:txBody>
          <a:bodyPr wrap="square" lIns="216000" rIns="216000" tIns="216000" bIns="216000" anchor="t"/>
          <a:lstStyle/>
          <a:p>
            <a:pPr algn="l"/>
            <a:r>
              <a:rPr sz="2400" b="0">
                <a:solidFill>
                  <a:srgbClr val="7A8594"/>
                </a:solidFill>
                <a:latin typeface="맑은 고딕"/>
                <a:ea typeface="맑은 고딕"/>
              </a:rPr>
              <a:t>과제명 · 과제번호를 입력하세요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7370000" y="40176000"/>
            <a:ext cx="16110000" cy="864000"/>
          </a:xfrm>
          <a:prstGeom prst="roundRect">
            <a:avLst>
              <a:gd name="adj" fmla="val 35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4000" b="1">
                <a:solidFill>
                  <a:srgbClr val="FFFFFF"/>
                </a:solidFill>
                <a:latin typeface="맑은 고딕"/>
                <a:ea typeface="맑은 고딕"/>
              </a:rPr>
              <a:t>참고문헌 (Reference)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7370000" y="41148000"/>
            <a:ext cx="16110000" cy="1332000"/>
          </a:xfrm>
          <a:prstGeom prst="roundRect">
            <a:avLst>
              <a:gd name="adj" fmla="val 2000"/>
            </a:avLst>
          </a:prstGeom>
          <a:solidFill>
            <a:srgbClr val="F5F8FC"/>
          </a:solidFill>
          <a:ln w="28800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7730000" y="41184000"/>
            <a:ext cx="15390000" cy="1260000"/>
          </a:xfrm>
          <a:prstGeom prst="rect">
            <a:avLst/>
          </a:prstGeom>
          <a:noFill/>
        </p:spPr>
        <p:txBody>
          <a:bodyPr wrap="square" lIns="216000" rIns="216000" tIns="216000" bIns="216000" anchor="t"/>
          <a:lstStyle/>
          <a:p>
            <a:pPr algn="l"/>
            <a:r>
              <a:rPr sz="2200" b="0">
                <a:solidFill>
                  <a:srgbClr val="7A8594"/>
                </a:solidFill>
                <a:latin typeface="맑은 고딕"/>
                <a:ea typeface="맑은 고딕"/>
              </a:rPr>
              <a:t>[1] 저자, "제목", 학술지, 권(호), 쪽, 연도.</a:t>
            </a:r>
          </a:p>
          <a:p>
            <a:pPr algn="l"/>
            <a:r>
              <a:rPr sz="2200" b="0">
                <a:solidFill>
                  <a:srgbClr val="7A8594"/>
                </a:solidFill>
                <a:latin typeface="맑은 고딕"/>
                <a:ea typeface="맑은 고딕"/>
              </a:rPr>
              <a:t>[2] 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